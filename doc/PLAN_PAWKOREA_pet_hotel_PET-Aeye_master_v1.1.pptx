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14.9</c:v>
                </c:pt>
                <c:pt idx="1">
                  <c:v>23.4</c:v>
                </c:pt>
                <c:pt idx="2">
                  <c:v>33.7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v1.1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라이다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1동 4층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공사 완료 · 오픈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라이다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라이다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PET-Aeye·라이다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61488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61488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28416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28416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2841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28416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28416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95344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95344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62272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6227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62272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62272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스토리지(보존 기간에 맞춰 용량 산정) · 관제실 모니터 · 이중화된 인터넷 회선 · 정전 대비 UPS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최종 수량은 현장 실측과 화각 테스트 후 확정합니다.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때 스태프가 반려견과 카메라 트랙을 연결합니다.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 기록이 모두 같은 Stay에 쌓입니다.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13716" cy="420624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채널 확정 건으로 Stay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620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체크리스트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배변 기록을 이벤트와 함께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9359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급식대 · 문 앞 등 구역별 알림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251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4348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05663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서비스 결제 시 보호자 링크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78815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라이다를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FMCW 라이다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 μm 변위 · 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반도체의 기반 기술은 이미 확보되어 있습니다. CCTV에 결합하는 융합 폼팩터만 설계하면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아니라, 저희 일정에 맞춘 PoC·로드맵으로 단계 검증합니다.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시설에 공급합니다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23억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59735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51175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51175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51175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51175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62071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953511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53511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953511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953511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264407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355847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55847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355847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355847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666744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58183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3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758183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758183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690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4160520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160520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4160520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4160520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471416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562856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562856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562856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562856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873752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965192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965192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965192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965192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276088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367528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367528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14.9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367528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23.4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367528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33.7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678424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94360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30%(위탁사 70%) · 동물병원은 임대+제휴 수수료 · 리테일은 매출 기준(마진 별도).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라이다 융합 센서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객실(카메라) 수 기준 월 구독 + 설치 · 온보딩 1회 비용. 단가는 영종 운영 원가 확인 후 확정.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링크형 웹  /  전용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라이다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 — 비접촉 바이탈 센싱(기반 기술 확보)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