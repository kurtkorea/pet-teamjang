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APP SPEC  ·  2026.10  ·  v0.1  ·  내부 논의용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41414"/>
                </a:solidFill>
                <a:latin typeface="Malgun Gothic"/>
                <a:ea typeface="Malgun Gothic"/>
              </a:rPr>
              <a:t>PET-Aeye 앱 기획서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FF5B1F"/>
                </a:solidFill>
                <a:latin typeface="Malgun Gothic"/>
                <a:ea typeface="Malgun Gothic"/>
              </a:rPr>
              <a:t>관리자 · 스태프 · 보호자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B6B"/>
                </a:solidFill>
                <a:latin typeface="Malgun Gothic"/>
                <a:ea typeface="Malgun Gothic"/>
              </a:rPr>
              <a:t>한 데이터, 세 개의 화면 — 관제는 빠르게, 현장은 한 번에, 보호자는 안심하게.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3개 표면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관리자 웹 · 스태프 앱 · 보호자 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512064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39개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669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P0 · P1 · P2 우선순위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512064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7개 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5669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알림 · 공유 규칙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512064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비의료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669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바이탈 = 웰니스 참고값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공통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92807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사용자 · 권한 · 시스템 구성 · 도메인 객체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0487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9631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4203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관리자 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06040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관제 화면 · 기능 명세 A-01 ~ A-15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181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0954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55263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스태프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319272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현장 화면 · 기능 명세 S-01 ~ S-12 · 알림 처리 플로우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31335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22776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6849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보호자 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032504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안심 화면 · 기능 명세 G-01 ~ G-12 · 졸업 리포트 · 공개 정책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445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3600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68172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공통 규칙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45736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이벤트 · 알림 정의 · 비기능 요구사항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2578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4924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39496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릴리스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458968"/>
            <a:ext cx="7223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MVP → P1 → P2 · 수용 기준 · KPI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9710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데이터, 세 개의 화면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사용자 역할과 권한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카메라 · 바이탈 → AI → 이벤트 → 세 화면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공통 도메인 객체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사용자 · 역할 ·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91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운영자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691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매니저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691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스태프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691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69164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2996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전 객실 라이브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488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1488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488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담당 구역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488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14884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06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9748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배정 객실 라이브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69748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69748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69748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9748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69748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기간 한정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1546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24612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이벤트 처리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24612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324612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24612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24612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24612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703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79476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리포트 검수 · 발송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379476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379476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79476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요청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79476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열람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79476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519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3434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바이탈 수치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34340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34340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34340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34340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434340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웰니스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8006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89204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알림 규칙 · 설정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160" y="48920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48920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일부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8920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48920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489204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53492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4406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권한 · 감사 로그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5440679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66360" y="5440679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열람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5440679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5440679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66960" y="5440679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897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보호자에게는 스태프가 확인한 내용만, 배정된 객실만 보여줍니다.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시스템 구성 — 수집 → 판단 → 행동 → 공유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60320" cy="2651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카메라(RTSP/ONVIF)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FMCW 바이탈 센서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녹화(NVR)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828800"/>
            <a:ext cx="2560320" cy="2651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0116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971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검출 · 추적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이벤트 룰 · 임계값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바이탈 추론(웰니스)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828800"/>
            <a:ext cx="2560320" cy="26517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20116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행동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971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관리자 관제 웹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앱 알림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처리 · 케어 로그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24544" y="1828800"/>
            <a:ext cx="2560320" cy="26517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20116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공유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971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CareReport 검수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안심 링크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졸업 리포트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109087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실시간: WebSocket 관제 · 모바일 푸시 · 백엔드: Stay · Room · Camera · Event · Report · AccessLink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자격증명(RTSP 등)은 별도 보관 · 문서 · 채팅 노출 금지 · 영상 전송 암호화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공통 도메인 객체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객체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주요 필드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사용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Guardian · Pet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0312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 연락처 · 반려견 프로필 · 체중 · 건강 문진 · 주의사항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· 보호자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0603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Stay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0603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체크인/아웃 · 객실 · 옵션 · 상태 · 동의서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0603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 화면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175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0895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Room · Camera · Sensor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10895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층 · 타입 · 카메라 매핑 · 센서 · 온라인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10895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· 스태프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204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1187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PetEvent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61187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타입 · 시각 · 신뢰도 · 클립 · 처리 상태 · 담당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61187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· 스태프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233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1479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CareTask · CareLog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1479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산책 · 투약 · 배변 · 메모 · 사진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1479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스태프 → 리포트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5262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61771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VitalSample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61771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· 미동 · 재실 · 기준값 · 편차 (웰니스)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61771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· 스태프 · 보호자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0291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12063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CareReport · GradReport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12063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일일 요약 · 검수자 · 발송 / 종합 행동분석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12063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5321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62355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AccessLink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62355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토큰 · 대상 Stay · 만료 · 열람 로그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62355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60350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02 · 관리자 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112실을 한 화면에서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룸 그리드 관제 · AI 오버레이 · 바이탈 칩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이벤트 타임라인과 처리 이관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Stay · 링크 · 리포트 · 설정 관리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 · 관리자 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관제 홈 —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08</a:t>
            </a:r>
          </a:p>
        </p:txBody>
      </p:sp>
      <p:pic>
        <p:nvPicPr>
          <p:cNvPr id="6" name="Picture 5" descr="out_admin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949440" cy="3909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6916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화면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1488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상단 KPI 바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객실 · 재실 · 바이탈 · 카메라 · 확인 필요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278892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88036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룸 그리드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타일 라이브 · 검출 박스 · 상태 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352044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6118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바이탈 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호흡 · 재실 · 수면 (웰니스)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425196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434340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이상 강조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확인 필요 객실 테두리 강조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498348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507492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이벤트 사이드바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우선순위 · 처리 · 로그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571500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예시(목업)입니다.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 · 관리자 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① — 관제 · 객실 · 센서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관제 홈 · 룸 그리드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 객실 타일 라이브(4×2 / 4×4 전환) · 층 · 객실 타입 · 상태 필터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데스크톱 · 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AI 검출 오버레이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개체 박스 · 행동(lying/walking/sleeping) · 신뢰도 표시, 표시 on/off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상단 KPI 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 객실 · 재실 · 바이탈 채널 · 카메라 정상 · 확인 필요 카운트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실시간 이벤트 타임라인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우선순위 정렬 · 확인 / 담당 이관 · 처리 상태 · 2초 갱신(WebSocket)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룸 상세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라이브 · PTZ · 녹화 타임라인 · 이벤트 이력 · 개체 메모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· 센서 관리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ONVIF 자동 검색 · 룸 매핑 · 온라인 상태 · 오프라인 알림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설치 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74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바이탈 채널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7491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· 미동 · 재실 추세 그래프 · 개체 기준 대비 편차 표시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07491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07491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웰니스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3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19" y="55778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Stay 관리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55778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체크인/아웃 · 룸 · 카메라 배정 · 건강 문진 · 동의서 상태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55778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69880" y="55778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59893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6144768"/>
            <a:ext cx="109087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P0 = 오픈 필수 · P1 = 오픈 후 3개월 · P2 = SaaS 확장 단계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 · 관리자 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② — 운영 · 보안 ·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 안심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발송 · 회수 · 자동 만료(체크아웃) · 열람 현황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기간 한정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리포트 검수 · 발송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일일 CareReport 검수 · 발송 / Stay 졸업 리포트 생성 · 승인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 규칙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이벤트별 임계값 · 구역(Zone) · 야간 정책 · 에스컬레이션 대상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인력 · 교대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층별 담당 · 근무표 · 미처리 알림 인수인계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권한 · 감사 로그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역할(운영자/매니저/스태프) · 영상 열람 기록 · 내보내기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 통계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가동률 · 이벤트 대응 시간 · 오탐률 · 리포트 열람률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74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다지점 · 테넌트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7491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시설별 데이터 분리 · 통합 관제 · 과금 계측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07491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07491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3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알림은 위에, 처리는 한 번에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확인 필요 알림 우선 · 라이브 + 바이탈 바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현장 확인 / 정상 처리 / 이관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담당 층 할 일 · 케어 로그 · 인수인계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알림 홈 —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12</a:t>
            </a:r>
          </a:p>
        </p:txBody>
      </p:sp>
      <p:pic>
        <p:nvPicPr>
          <p:cNvPr id="6" name="Picture 5" descr="out_staff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08760"/>
            <a:ext cx="2359444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169164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화면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4884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확인 필요 알림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가장 위 · 라이브 + 검출 박스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78892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바이탈 바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호흡 수치 · 재실 (웰니스)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52044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61188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개체 맥락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분리불안 등 이력 메모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25196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34340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1-탭 처리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현장 확인 / 정상 처리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98348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07492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오늘 할 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· 체크인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571500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61722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예시(목업)입니다.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① — 알림 · 처리 · 태스크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로그인 · 근무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교대 선택 · 담당 층 · 구역 지정 · 근무 중 상태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 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필요 알림 최상단 · 푸시 · 미처리 배지 · 우선순위 색상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 상세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라이브 + 오버레이 · 바이탈 바 · 개체 이력(분리불안 등) 메모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처리 액션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현장 확인 / 정상 처리 / 이관 · 사유 선택 · 처리 시각 자동 기록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1-탭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오늘 할 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산책 · 투약 · 체크인 태스크 · 완료 체크 · 지연 표시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객실 리스트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담당 구역 객실 상태 · 재실 · 알림 여부 · 라이브 진입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74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케어 로그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7491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급식량 · 배변 · 산책 · 투약 · 특이사항 · 사진 첨부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07491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07491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3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② — 바이탈 · 공유 · 교대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바이탈 확인 메모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수치 확인 · 코멘트 · 보호자 공유 전 검수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웰니스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 공유 요청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사진 · 메모 · 클립을 CareReport 반영 요청 → 매니저 승인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체크인 보조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· 센서 연결 확인 · 룸 배정 확인 · 첫 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교대 인수인계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미처리 알림 · 특이 개체 노트 · 다음 교대 자동 전달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공지 · 설정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시설 공지 · 알림음 · 방해 금지 시간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알림 처리 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1460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395727"/>
            <a:ext cx="256032" cy="25603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수신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푸시 · 알림 홈 최상단</a:t>
            </a:r>
          </a:p>
        </p:txBody>
      </p:sp>
      <p:sp>
        <p:nvSpPr>
          <p:cNvPr id="11" name="Oval 10"/>
          <p:cNvSpPr/>
          <p:nvPr/>
        </p:nvSpPr>
        <p:spPr>
          <a:xfrm>
            <a:off x="2862072" y="2395727"/>
            <a:ext cx="256032" cy="256032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판단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라이브 · 바이탈 · 개체 메모</a:t>
            </a:r>
          </a:p>
        </p:txBody>
      </p:sp>
      <p:sp>
        <p:nvSpPr>
          <p:cNvPr id="15" name="Oval 14"/>
          <p:cNvSpPr/>
          <p:nvPr/>
        </p:nvSpPr>
        <p:spPr>
          <a:xfrm>
            <a:off x="5084064" y="2395727"/>
            <a:ext cx="256032" cy="256032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현장 확인 / 정상 / 이관</a:t>
            </a:r>
          </a:p>
        </p:txBody>
      </p:sp>
      <p:sp>
        <p:nvSpPr>
          <p:cNvPr id="19" name="Oval 18"/>
          <p:cNvSpPr/>
          <p:nvPr/>
        </p:nvSpPr>
        <p:spPr>
          <a:xfrm>
            <a:off x="7306056" y="2395727"/>
            <a:ext cx="256032" cy="256032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6056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6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기록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사유 · 시각 · 케어 로그</a:t>
            </a:r>
          </a:p>
        </p:txBody>
      </p:sp>
      <p:sp>
        <p:nvSpPr>
          <p:cNvPr id="23" name="Oval 22"/>
          <p:cNvSpPr/>
          <p:nvPr/>
        </p:nvSpPr>
        <p:spPr>
          <a:xfrm>
            <a:off x="9528048" y="2395727"/>
            <a:ext cx="256032" cy="25603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공유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매니저 승인 시 리포트 반영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434840"/>
            <a:ext cx="5349240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1772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처리 기준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미처리 5분 → 매니저 에스컬레이션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긴급(미검출 · 이탈) → 즉시 전 스태프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434840"/>
            <a:ext cx="5376672" cy="146304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61772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보호자 공유 원칙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원시 알림은 보호자에게 보내지 않습니다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스태프 확인 + 매니저 승인 후 리포트로만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맡기는 순간부터, 보이는 안심을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배정 객실 라이브 · 상태 헤드라인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일일 CareReport · 하이라이트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Stay 졸업 리포트 · 기간 한정 링크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실시간 홈 —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17</a:t>
            </a:r>
          </a:p>
        </p:txBody>
      </p:sp>
      <p:pic>
        <p:nvPicPr>
          <p:cNvPr id="6" name="Picture 5" descr="out_guardian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08760"/>
            <a:ext cx="2359444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169164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화면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4884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상태 헤드라인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"초코는 지금 편안히 쉬고 있어요"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78892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배정 객실 라이브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내 반려견 방만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52044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61188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상태 요약 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호흡(웰니스) · 산책 · 컨디션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25196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34340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오늘의 CareReport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휴식 · 메모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98348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07492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하이라이트 · 졸업 리포트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클립 · 퇴실 후 종합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571500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61722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예시(목업)입니다.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① — 실시간 ·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진입 · 인증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기간 한정 안심 링크(설치 없이) 또는 앱 로그인 · 휴대폰 인증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실시간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배정 객실 라이브만 · 상태 헤드라인("편안히 쉬고 있어요")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배정 룸만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상태 요약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호흡(웰니스) · 산책 횟수 · 컨디션 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비의료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일일 CareReport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산책 · 휴식 · 스태프 메모 · 사진 · 도착 알림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스태프 검수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하이라이트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일일 자동 클립 · 재생 · 저장 · 공유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Stay 졸업 리포트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퇴실 후 종합 행동분석 · 적응 곡선 · 하이라이트 묶음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74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7491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리포트 도착 · 체크아웃 안내 · (선택) 확인된 이상 공유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07491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07491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3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② — 예약 · 프로필 · 동의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예약 · Stay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일정 · 객실 · 옵션 · 픽업/샌딩 · 안심 서비스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외부 예약 연동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반려견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기본 정보 · 건강 문진 · 주의사항 · 이전 Stay 이력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개인정보 · 동의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영상 열람 동의 · 링크 만료 안내 · 데이터 보관 기간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문의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스태프 문의 · 카카오 채널 연결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멤버십 · 결제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구독 · 포인트 · 결제 이력(멤버십 OS 연계)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확장 레이어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G-06 Stay 졸업 리포트 — 상세 명세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20</a:t>
            </a:r>
          </a:p>
        </p:txBody>
      </p:sp>
      <p:pic>
        <p:nvPicPr>
          <p:cNvPr id="6" name="Picture 5" descr="out_grad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700338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94960" y="164592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구성 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4592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데이터 · 생성 규칙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984248"/>
            <a:ext cx="5943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10312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요약 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03120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투숙일수 · 총 활동량 · 수면 시간 · 산책 횟수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2560320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65176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적응 곡선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651760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일별 안정도 점수(첫날 대비) 막대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3108960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320040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행동 프로파일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200400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활동 성향 · 사회성 · 분리불안 신호 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3657599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74903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하이라이트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749039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이벤트 타임라인 상위 클립 3~5개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4206240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429767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케어 로그 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297679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투약 · 특이사항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4754879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84631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스태프 코멘트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846319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담당 · 훈련사 코멘트 (검수)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5303519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539495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발송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394959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체크아웃 후 24시간 내 · 링크 30일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5852159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안심 링크 · 공개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9164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정책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91640"/>
            <a:ext cx="2724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근거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2996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열람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4884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배정 객실 라이브만 · 다른 객실 · 공용 구역 비노출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14884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개인정보 · 타 고객 보호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링크 수명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74320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체크인 시 발급 · 체크아웃 시 자동 만료 · 수동 회수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74320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기간 한정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33756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휴대폰 인증 · 토큰 재발급 시 기존 토큰 폐기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33756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도용 방지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404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바이탈 노출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93192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웰니스 참고값 · 스태프 확인 후 · 진단 표현 금지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93192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비의료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4348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2628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알림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52628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원시 이벤트 비발송 · 확인된 내용만 리포트로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52628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불안 · 오해 방지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0292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1206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12064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모든 열람 감사 로그 · 보관 기간 정책 고지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12064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6235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05 · 공통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무엇을 누구에게 언제 알리나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이벤트 · 알림 정의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비기능 요구사항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05 · 공통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이벤트 · 알림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이벤트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164592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트리거 (초기값 · 30일 데이터로 조정)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스태프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관리자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64592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E1 장시간 무움직임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103120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N분 이상 정지 · 호흡 신호 동반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03120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즉시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타임라인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103120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560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5176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E2 장시간 활동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651760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25분 이상 연속 이동 · 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51760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즉시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51760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651760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1089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0040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E3 호흡 편차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200400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개체 기준 대비 편차 지속 (웰니스)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00400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즉시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200400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타임라인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200400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657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4903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E4 미검출 · 이탈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39" y="3749039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객실 내 개체 미검출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749039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긴급 · 전원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749039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강조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749039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2062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29767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E5 장비 오프라인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39" y="4297679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· 센서 연결 끊김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297679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297679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즉시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4297679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754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84631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E6 케어 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39" y="4846319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산책 · 투약 체크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846319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846319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로그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4846319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리포트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3035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39495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E7 소리 · 짖음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39" y="5394959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지속 짖음 (옵션)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394959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394959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타임라인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5394959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8521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05 · 공통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비기능 요구사항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0"/>
            <a:ext cx="5897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요구사항 (목표값)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645920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측정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지연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03120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관제 라이브 2초 이내(LAN) · 알림 도달 5초 이내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103120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60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가용성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51760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관제 99.5% · 녹화 무중단 · 장비 이중화(관제실)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651760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월간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089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정확도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200400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오탐률 · 미탐률 지표 관리 · 임계값 30일 튜닝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200400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D+30 리뷰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57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749039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전송 암호화 · 관리자 MFA · 역할 기반 권한 · 감사 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749039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점검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062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7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개인정보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97679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보관 기간 정책 · 동의 기록 · 링크 만료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297679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점검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54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4631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846319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멀티테넌트 데이터 분리 · 다지점 · 과금 계측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846319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S1~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035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39495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단말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394959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관리자: 데스크톱/월 · 스태프: Android/iOS · 보호자: 웹 링크 + 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5394959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8521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06 · 릴리스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오픈에 꼭 필요한 것부터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MVP → P1 → P2 단계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수용 기준 · KPI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06 · 릴리스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릴리스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29000" cy="36576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오픈 D-30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MVP · 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A-01~06 관제 · 센서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S-01~07 알림 · 태스크 · 로그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G-01·02·04·10 라이브 · 리포트 · 동의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3429000" cy="3657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659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오픈 ~ +3개월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10896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바이탈 채널 · 메모 · 상태 필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Stay · 링크 · 리포트 검수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하이라이트 · 졸업 리포트 · 예약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783080"/>
            <a:ext cx="3429000" cy="36576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9659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+6개월 ~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33172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10896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운영 통계 · 다지점 · 테넌트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문의 · 멤버십 · 결제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SaaS 온보딩 · 과금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MVP 범위는 '관제 → 처리 → 보호자 리포트' 한 바퀴가 도는 최소 단위입니다.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06 · 릴리스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수용 기준 ·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91640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수용 기준 (오픈 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691640"/>
            <a:ext cx="38221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KPI (오픈 후)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2996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6916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관리자 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148840"/>
            <a:ext cx="49834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전 객실 카메라 매핑 · 그리드 2초 갱신 · 이벤트 처리 이관 동작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148840"/>
            <a:ext cx="38221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이벤트 대응 시간 · 오탐률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16916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스태프 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26080"/>
            <a:ext cx="49834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알림 5초 도달 · 1-탭 처리 기록 · 태스크 완료 체크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926080"/>
            <a:ext cx="38221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미처리 알림 수 · 태스크 완료율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11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16916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보호자 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703320"/>
            <a:ext cx="49834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배정 객실만 노출 · 링크 자동 만료 · 리포트 검수 후 발송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703320"/>
            <a:ext cx="38221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링크 열람률 · 리포트 열람률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89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80559"/>
            <a:ext cx="16916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공통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480559"/>
            <a:ext cx="49834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감사 로그 기록 · 권한 분리 · 비의료 표기 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480559"/>
            <a:ext cx="38221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안심 옵션 선택률 · 재이용률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663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6692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목표값은 오픈 후 D+30 리뷰에서 확정합니다. 상세 서비스 범위 · IT 툴은 별도 문서(PET-Aeye_서비스범위_IT툴_기획서_초안.md)를 따릅니다.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