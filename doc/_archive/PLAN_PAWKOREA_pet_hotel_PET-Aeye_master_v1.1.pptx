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24.2</c:v>
                </c:pt>
                <c:pt idx="2">
                  <c:v>35.7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v1.1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1동 4층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공사 완료 · 오픈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시설에 공급합니다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24억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2315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1459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1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5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5467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2043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61187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776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434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61772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9834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하드웨어 구독 · B2B 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4924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44068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15.2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5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24.2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3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35.7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7150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98932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 · 동물병원은 임대+제휴 · 하드웨어는 구독+B2B(양산 후) · 리테일은 매출 기준(마진 별도).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객실(카메라) 수 기준 월 구독 + 설치 · 온보딩 1회 비용. 단가는 영종 운영 원가 확인 후 확정.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HARDWARE ×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바이탈 CCTV 제품화 — 리테일 데모 → 통신사 납품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 반려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바이탈 CCTV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332719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사람 · 펫 · 소리 감지 ·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+ 비접촉 바이탈 (호흡 · 미동 · 재실)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FMCW 레이더 (폼팩터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판매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설치무료 · 구독 · 약정 (검증됨)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동일 모델 + 프리미엄 상위 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제품화 3단계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3474720" cy="1508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1 · 리테일 데모 · DTC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별관 샵에서 실연 → 설치무료 · 구독 · 약정 자체 판매. 레퍼런스 · 바이탈 성능 데이터 · 후기 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2 · 양산 · 인증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EMS 양산 파트너 · KC/전파 인증 · 영상 보안(통신사 요구 수준) · 소규모 양산.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8704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3 · B2B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통신사(LG U+ 등) 화이트라벨 · ODM 또는 AI SW 레이어 공급. 동물병원 · 펫샵 체인 병행.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역할: 견주 앱 = 자체 개발 / AI · 바이탈 = PET-Aeye / 양산 = EMS 파트너.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'바이탈'은 웰니스 · 호흡 · 활동 모니터링으로 표기(비의료). 가정 영상 보안 · FMCW 성능 PoC 선행.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위에 올리는 3개 성장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0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029200" cy="868680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38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코어 · 영종 캠퍼스 × 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① 멤버십 · 구독 OS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전 사업을 월 구독 · 지갑 · 포인트로 통합 → LTV↑ · CAC↓.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앱 + PET-Aeye 데이터 · 수익: 구독 ARPU · 교차판매 · 선결제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② 헬스데이터 · 인슈어테크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바이탈 · 행동 데이터로 펫보험 제휴 · 건강 구독.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동물병원 임상 접점 · 수익: 제휴 수수료 · 데이터 · 건강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③ 프랜차이즈 · 위탁운영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브랜드 + SOP + PET-Aeye 패키지로 캠퍼스 복제(자본 효율).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가맹비 · 로열티 · SaaS ·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멤버십이 데이터 레이어의 스파인입니다. 확장 레이어는 로드맵 항목으로 연매출엔 미반영.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검증 → 레이어를 순차로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개업~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구독 · 지갑 · 포인트로 전 사업 통합 · 현금흐름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안정기~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건강 스코어 · 펫보험 제휴 파일럿 (동물병원 접점)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레퍼런스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표준 패키지(브랜드 · SOP · PET-Aeye)로 2호점 · MC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데이터 moat 본격화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데이터 · SaaS · 인슈어테크 수익 비중 확대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순서 원칙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멤버십으로 데이터 · 현금흐름을 모으고 → 데이터로 보험 · 헬스를 수익화하고 → 검증된 모델을 복제합니다.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확장 레이어는 로드맵 항목입니다. 연매출(기준 약 24억)에는 아직 반영하지 않았습니다.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링크형 웹  /  전용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