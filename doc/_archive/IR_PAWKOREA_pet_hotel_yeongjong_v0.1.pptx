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2410C"/>
                </a:solidFill>
                <a:latin typeface="Malgun Gothic"/>
                <a:ea typeface="Malgun Gothic"/>
              </a:rPr>
              <a:t>PET BOARDING  ·  INVESTOR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파우코리아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</a:rPr>
              <a:t>펫호텔 영종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FEDD5"/>
                </a:solidFill>
                <a:latin typeface="Malgun Gothic"/>
                <a:ea typeface="Malgun Gothic"/>
              </a:rPr>
              <a:t>PAWKOREA Pet Hotel Yeongjong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337560"/>
            <a:ext cx="128016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CBD5E1"/>
                </a:solidFill>
                <a:latin typeface="Malgun Gothic"/>
                <a:ea typeface="Malgun Gothic"/>
              </a:rPr>
              <a:t>인천공항·인스파이어 동선의 위탁형 프리미엄 펫호텔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CBD5E1"/>
                </a:solidFill>
                <a:latin typeface="Malgun Gothic"/>
                <a:ea typeface="Malgun Gothic"/>
              </a:rPr>
              <a:t>안심 관제(peti)  ×  공항 샌딩  ×  AI 리포트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521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Malgun Gothic"/>
                <a:ea typeface="Malgun Gothic"/>
              </a:rPr>
              <a:t>운남동로 44  ·  위탁형 only  ·  v0.1 · 2026-10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~980억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국내 펫 보딩 시장(2024)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11.1%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국내 보딩 CAGR(~2030)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~370평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1동 4층 · 옥상 포함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peti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349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CCTV·AI 안심 레이어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01 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오늘 이야기할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위탁형 펫호텔 중심 · 동반숙박·장례는 범위 외/연계만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17320"/>
            <a:ext cx="73152" cy="7498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2410C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581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6184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위탁 수요와 영종 입지 특화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28600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286000"/>
            <a:ext cx="73152" cy="7498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468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2410C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450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해법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487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프리미엄 위탁 × peti 안심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73152" cy="7498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37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2410C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319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시장·경쟁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3558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보딩 시장 · 공항권 경쟁 구도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02336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023360"/>
            <a:ext cx="73152" cy="7498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2410C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1879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제품·GTM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2245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peti 로드맵 · 공항 샌딩 상품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9204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892040"/>
            <a:ext cx="73152" cy="7498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74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2410C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056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0932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로드맵 · 리스크 ·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02 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한 줄로 정의하면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80160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002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출국·리조트·일상의 공백을 맡기고,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실시간 안심으로 돌아오는 영종 위탁 허브.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004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20040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401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거점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7490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운남 위탁시설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공항 약 15분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2004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320040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3401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7490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peti CCTV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AI 이벤트·리포트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004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0040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401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상품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7490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공항 샌딩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인스파이어 숏스테이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2004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320040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3401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37490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플래그십 →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펫호텔 SaaS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03 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위탁 수요는 늘고, ‘믿고 맡길 곳’은 부족하다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73152" cy="21488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2410C"/>
                </a:solidFill>
                <a:latin typeface="Malgun Gothic"/>
                <a:ea typeface="Malgun Gothic"/>
              </a:rPr>
              <a:t>인간화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양육 가구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Malgun Gothic"/>
                <a:ea typeface="Malgun Gothic"/>
              </a:rPr>
              <a:t>약 28.6%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출장·여행 중 위탁이 일상 니즈로 고착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73152" cy="21488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2410C"/>
                </a:solidFill>
                <a:latin typeface="Malgun Gothic"/>
                <a:ea typeface="Malgun Gothic"/>
              </a:rPr>
              <a:t>여행 지출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펫 숙박여행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Malgun Gothic"/>
                <a:ea typeface="Malgun Gothic"/>
              </a:rPr>
              <a:t>일반의 ~3.3배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보호자는 가격보다 안전·투명성을 지불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0332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703320"/>
            <a:ext cx="73152" cy="21488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2410C"/>
                </a:solidFill>
                <a:latin typeface="Malgun Gothic"/>
                <a:ea typeface="Malgun Gothic"/>
              </a:rPr>
              <a:t>신뢰 공백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사진·단톡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Malgun Gothic"/>
                <a:ea typeface="Malgun Gothic"/>
              </a:rPr>
              <a:t>수준의 안심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사고·질병 불안 → 프리미엄 관제 수요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0332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703320"/>
            <a:ext cx="73152" cy="21488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2410C"/>
                </a:solidFill>
                <a:latin typeface="Malgun Gothic"/>
                <a:ea typeface="Malgun Gothic"/>
              </a:rPr>
              <a:t>입지 공백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97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리조트 펫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Malgun Gothic"/>
                <a:ea typeface="Malgun Gothic"/>
              </a:rPr>
              <a:t>입실 불가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257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인스파이어 등 → 인근 위탁이 구조적 수요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04 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파우코리아 펫호텔 영종 = 위탁 거점 × peti 안심 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C2410C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유입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603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공항 샌딩 · 인스파이어 픽업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영종·인천 상주 · 데이케어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41732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41732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C2410C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위탁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603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객실 4타입 · 24h 케어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스파·미용 부가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41732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C2410C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5603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룸 CCTV · AI 이벤트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보호자 기간 한정 열람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41732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141732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C2410C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락인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5603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일일 리포트 · 멤버십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(중기) Pet ID · CRM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Investor takeaway  ·  공식 공항 카운터(독독)와 정면 경쟁하지 않고,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자체 샌딩 + 중대형/패밀리룸 + AI 안심으로 영종 수요를 가져간다.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05 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위탁(보딩) 시장 — 통화 KRW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원자료 USD → 1,350원/달러 환산(약수)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17320"/>
            <a:ext cx="64008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약 980억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국내 펫 보딩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Malgun Gothic"/>
                <a:ea typeface="Malgun Gothic"/>
              </a:rPr>
              <a:t>Grand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4173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417320"/>
            <a:ext cx="64008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약 1,830억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국내 보딩 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Malgun Gothic"/>
                <a:ea typeface="Malgun Gothic"/>
              </a:rPr>
              <a:t>CAGR 11.1%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4173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64008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약 8.7조 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글로벌 펫호텔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Malgun Gothic"/>
                <a:ea typeface="Malgun Gothic"/>
              </a:rPr>
              <a:t>Mordor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41732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1417320"/>
            <a:ext cx="64008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~10조 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국내 펫산업 전체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Malgun Gothic"/>
                <a:ea typeface="Malgun Gothic"/>
              </a:rPr>
              <a:t>2025 전후 추정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703320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3703320"/>
            <a:ext cx="109728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39044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수요 시그널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425196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펫 동반 국내 숙박여행 경험 53% → 60.4% (2022→2024)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개 보딩 매출 비중 약 89.6% · 고양이는 성장 세그먼트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정의 주의: 보딩(위탁) ≠ 동반숙박(펫프렌들리 호텔) — 본 IR은 위탁만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06 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영종 = 공항도시 위탁의 구조적 수요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36118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2410C"/>
                </a:solidFill>
                <a:latin typeface="Malgun Gothic"/>
                <a:ea typeface="Malgun Gothic"/>
              </a:rPr>
              <a:t>인천공항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~15분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출국 전 위탁 · 귀국 픽업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공식 카운터는 독독 선점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→ 자체 샌딩으로 우회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17320"/>
            <a:ext cx="36118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2410C"/>
                </a:solidFill>
                <a:latin typeface="Malgun Gothic"/>
                <a:ea typeface="Malgun Gothic"/>
              </a:rPr>
              <a:t>인스파이어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~2km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9260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리조트 전역 펫 입실 불가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(보조견만)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→ 인근 위탁 필수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41732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417320"/>
            <a:ext cx="36118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2410C"/>
                </a:solidFill>
                <a:latin typeface="Malgun Gothic"/>
                <a:ea typeface="Malgun Gothic"/>
              </a:rPr>
              <a:t>생활권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운남 중심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스카이시티·미단시티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자차 생활권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데이케어·반복 매출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07 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peti — 위탁을 팔 때의 안심·관제 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코드: peti-mvp · 상세: 펫호텔_기능맵_초안.md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1732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6184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P0 관제  ·  스태프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2331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룸↔카메라 · 그리드 모니터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이벤트 타임라인 · PTZ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41732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41732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16184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P1 안심  ·  보호자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1965960"/>
            <a:ext cx="2331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Stay 기간 열람 링크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일일 CareReport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6184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P2 연동  · 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965960"/>
            <a:ext cx="2331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예약→Stay · Zone 규칙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케어 체크리스트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41732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417320"/>
            <a:ext cx="26974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16184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P3 SaaS  ·  B2B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1965960"/>
            <a:ext cx="2331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멀티테넌트 · API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타 펫호텔 복제 판매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43484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634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코어 엔티티: Guardian · Pet · Stay · Room · Camera · PetEvent · CareReport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비범위(초기): 풀 예약/결제 · 장례 UI · 카페/루프탑 동반형 엔터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경쟁 정합: 호텔독스형 AI 캠 포지션을 영종 권역에 선점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08 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상품 · 수익 구조 (KRW)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39496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매출 믹스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기본 위탁: 룸 타입·체중별 1박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  권역 프리미엄 참고 5.5~11만 원/박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  전국 가이드 소 2~3 / 중 3~5 / 대 5~7만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부가: 미용·스파 · 픽업 · 산책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안심 옵션: AI 리포트·라이브 (+α/박)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중기: 멤버십 · B2B peti 구독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539496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72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주력 상품 (초안)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공항 안심 보딩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  체크인 → 샌딩 → 출국 중 리포트 → 귀국 픽업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인스파이어 숏스테이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  왕복 픽업 + 단기 위탁 + 라이브 링크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프리미엄 룸 (대형·패밀리)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  독독 13kg 제한 수요 흡수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09 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영종·공항권 위탁형 경쟁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1938528" cy="502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4813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4748B"/>
                </a:solidFill>
                <a:latin typeface="Malgun Gothic"/>
                <a:ea typeface="Malgun Gothic"/>
              </a:rPr>
              <a:t>업체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371600"/>
            <a:ext cx="2852928" cy="502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48132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4748B"/>
                </a:solidFill>
                <a:latin typeface="Malgun Gothic"/>
                <a:ea typeface="Malgun Gothic"/>
              </a:rPr>
              <a:t>포지션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371600"/>
            <a:ext cx="3035808" cy="502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148132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4748B"/>
                </a:solidFill>
                <a:latin typeface="Malgun Gothic"/>
                <a:ea typeface="Malgun Gothic"/>
              </a:rPr>
              <a:t>가격·규모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371600"/>
            <a:ext cx="2852928" cy="502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8" y="148132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4748B"/>
                </a:solidFill>
                <a:latin typeface="Malgun Gothic"/>
                <a:ea typeface="Malgun Gothic"/>
              </a:rPr>
              <a:t>시사점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011680"/>
            <a:ext cx="19385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2402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독독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2011680"/>
            <a:ext cx="2852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22402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공항 공식 카운터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2011680"/>
            <a:ext cx="303580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1848" y="224028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5.5~11만 원/박 · ~13kg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2011680"/>
            <a:ext cx="2852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0808" y="22402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채널 선점 / 중대형 공백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971800"/>
            <a:ext cx="19385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200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더우프앤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2971800"/>
            <a:ext cx="2852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15768" y="32004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리조트 내 위탁·샌딩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2971800"/>
            <a:ext cx="303580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41848" y="320040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장박 할인 · 클래스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2971800"/>
            <a:ext cx="2852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0808" y="32004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샌딩 상품 직접 경쟁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931920"/>
            <a:ext cx="19385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1605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앤드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06040" y="3931920"/>
            <a:ext cx="2852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41605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운남권 호텔+유치원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32120" y="3931920"/>
            <a:ext cx="303580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41848" y="41605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중대형 · 단골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1080" y="3931920"/>
            <a:ext cx="285292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0808" y="41605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가성비·생활권 경쟁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892040"/>
            <a:ext cx="1938528" cy="82296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120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Malgun Gothic"/>
                <a:ea typeface="Malgun Gothic"/>
              </a:rPr>
              <a:t>파우코리아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06040" y="4892040"/>
            <a:ext cx="2852928" cy="82296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15768" y="51206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프리미엄+peti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32120" y="4892040"/>
            <a:ext cx="3035808" cy="82296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41848" y="512064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안심 리포트 · 패밀리룸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1080" y="4892040"/>
            <a:ext cx="2852928" cy="82296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50808" y="51206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기술·중대형·패키지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10 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해자 · 자산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36118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618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입지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659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공항·인스파이어·생활권이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한 섬에 겹침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36118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618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시설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659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약 370평 · 4층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객실 타입 분리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417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417320"/>
            <a:ext cx="36118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618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기술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659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peti 자체 AI 관제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복제 가능한 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703320"/>
            <a:ext cx="36118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904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상품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2519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안심 보딩 패키지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중대형 공백 공략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03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703320"/>
            <a:ext cx="36118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904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2519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Stay·Pet 이벤트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(중기 CRM·배웅 연계)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703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703320"/>
            <a:ext cx="361188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8" y="3904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규제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42519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위탁관리 등록·CCTV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컴플라이언스 신뢰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11 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게이트와 단계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26974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Phase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확보·실사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위탁관리 등록 확인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매매·권리 · Camera×Room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417320"/>
            <a:ext cx="26974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플래그십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743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peti P0 관제 + P1 베타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공항·인스파이어 상품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417320"/>
            <a:ext cx="26974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락인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743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AI 안심 요금화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예약 연동 · 멤버십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1417320"/>
            <a:ext cx="26974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복제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743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peti 테넌트 SaaS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2호점·제휴 시설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12 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리스크와 완화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공항 공식 카운터 독독 선점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2410C"/>
                </a:solidFill>
                <a:latin typeface="Malgun Gothic"/>
                <a:ea typeface="Malgun Gothic"/>
              </a:rPr>
              <a:t>완화  자체 샌딩 · 중대형·AI 안심으로 우회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위탁관리 등록·인력 미비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2410C"/>
                </a:solidFill>
                <a:latin typeface="Malgun Gothic"/>
                <a:ea typeface="Malgun Gothic"/>
              </a:rPr>
              <a:t>완화  Phase 0 게이트 · 등록번호 공개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346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성수기 편중 (휴가·명절)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2410C"/>
                </a:solidFill>
                <a:latin typeface="Malgun Gothic"/>
                <a:ea typeface="Malgun Gothic"/>
              </a:rPr>
              <a:t>완화  로컬 멤버십·데이케어로 평활화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346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안전사고·평판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2410C"/>
                </a:solidFill>
                <a:latin typeface="Malgun Gothic"/>
                <a:ea typeface="Malgun Gothic"/>
              </a:rPr>
              <a:t>완화  보험 · SOP · peti 조기 알람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976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임대·인건비 (노동집약)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2410C"/>
                </a:solidFill>
                <a:latin typeface="Malgun Gothic"/>
                <a:ea typeface="Malgun Gothic"/>
              </a:rPr>
              <a:t>완화  관제 효율 · 부가 ARPU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AI 과대 약속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2410C"/>
                </a:solidFill>
                <a:latin typeface="Malgun Gothic"/>
                <a:ea typeface="Malgun Gothic"/>
              </a:rPr>
              <a:t>완화  스태프 검증 후 공유 · 베타 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PAWKOREA  ·  Pet Hotel Yeongjong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2410C"/>
                </a:solidFill>
                <a:latin typeface="Malgun Gothic"/>
                <a:ea typeface="Malgun Gothic"/>
              </a:rPr>
              <a:t>13 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투자 포인트와 다음 숫자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73152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813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영종 입지 — 공항·인스파이어·생활권 삼중 수요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1168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11680"/>
            <a:ext cx="73152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214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위탁 전용 — 성장하는 보딩 세그먼트(CAGR 11.1%)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5176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651760"/>
            <a:ext cx="73152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614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기술 해자 — peti AI 관제·리포트 (로컬 선점)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9184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291840"/>
            <a:ext cx="73152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015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상품 명확 — 공항 안심 보딩 · 중대형 공백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3192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931920"/>
            <a:ext cx="73152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416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확장성 — 플래그십 → 펫호텔 SaaS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57200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572000"/>
            <a:ext cx="73152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817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투거점 업사이드 — (선택) 배웅 CRM · Pet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371600"/>
            <a:ext cx="3840480" cy="457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FEDD5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라운드 · 금액 · 지분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918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자금 용도 (예정)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· 자산 · 인테리어 · 등록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· 카메라 · peti 고도화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· 공항 샌딩 · GTM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· 운전자본 · 예비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실사·재무모델 후 기입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C2410C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영종에서 맡기고,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데이터로 안심한다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31920"/>
            <a:ext cx="1280160" cy="45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>파우코리아 펫호텔 영종  ·  peti P0/P1  ·  재무모델·Ask  ·  위탁관리 등록 실사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>근거: 펫호텔_기능맵 · 시장조사 · 범위확장 초안 · peti-mvp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>본 자료는 논의용입니다. 투자 결정은 별도 실사와 자문을 전제로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