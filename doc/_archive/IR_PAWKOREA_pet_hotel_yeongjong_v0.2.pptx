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가동률 60%</c:v>
                </c:pt>
                <c:pt idx="1">
                  <c:v>70%</c:v>
                </c:pt>
                <c:pt idx="2">
                  <c:v>80%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</c:v>
                </c:pt>
                <c:pt idx="1">
                  <c:v>6.2</c:v>
                </c:pt>
                <c:pt idx="2">
                  <c:v>7.0</c:v>
                </c:pt>
              </c:numCache>
            </c:numRef>
          </c:val>
        </c:ser>
        <c:dLbls>
          <c:numFmt formatCode="0.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INVESTOR BRIEF  ·  2026.10  ·  v0.2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41414"/>
                </a:solidFill>
                <a:latin typeface="Malgun Gothic"/>
                <a:ea typeface="Malgun Gothic"/>
              </a:rPr>
              <a:t>맡기는 순간부터,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보이는 안심.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algun Gothic"/>
                <a:ea typeface="Malgun Gothic"/>
              </a:rPr>
              <a:t>인천공항·인스파이어 동선의 위탁형 펫호텔 + 자체 AI 관제(peti)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15분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~2km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~370평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1동 4층 위탁 시설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동작 중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peti AI 관제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세 문장으로 요약하면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영종의 위탁 수요는 구조적이다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인스파이어는 전 객실 반려동물 입실 불가. 공항 15분 · 신도시 생활권이 한 섬에 겹친다.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공식 채널에 빈칸이 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 단독 · 약 13kg 이하 소형견만. 중대형·패밀리 수요가 비어 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우리는 객실이 아니라 '보이는 안심'을 판다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자체 개발 peti(실시간 캠 · AI 행동 이벤트 · 일일 리포트)가 이미 동작한다. 가격 프리미엄과 재이용의 근거.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숫자 세 개가 진입 지점을 말해 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 전면 불가 · 투숙객은 인근 위탁이 필수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상한(안내 기준)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공식 채널 밖으로 밀려난다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15분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운남 시설에서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인천공항까지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체크인 → 샌딩 → 출국이 한 동선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작지만 빠른 시장, 그 안에서 입지가 수요를 고른다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수요. 공사가 직접 호텔링 카운터를 열 만큼 검증됨.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투숙객의 단기 위탁. 리조트의 펫 입실 불가가 수요를 만든다.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스카이시티·미단시티 상주 가구의 출장·여행·데이케어. 비수기 평활화 축.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FLAGSHIP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‘공항 안심 보딩’ — 보호자의 하루를 이렇게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101498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룸 타입·체중 선택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옵션 추가</a:t>
            </a:r>
          </a:p>
        </p:txBody>
      </p:sp>
      <p:sp>
        <p:nvSpPr>
          <p:cNvPr id="11" name="Oval 10"/>
          <p:cNvSpPr/>
          <p:nvPr/>
        </p:nvSpPr>
        <p:spPr>
          <a:xfrm>
            <a:off x="2916936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운남 시설 입실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무료 주차</a:t>
            </a:r>
          </a:p>
        </p:txBody>
      </p:sp>
      <p:sp>
        <p:nvSpPr>
          <p:cNvPr id="15" name="Oval 14"/>
          <p:cNvSpPr/>
          <p:nvPr/>
        </p:nvSpPr>
        <p:spPr>
          <a:xfrm>
            <a:off x="4946903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5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5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샌딩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5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공항까지 15분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자체 차량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2560320"/>
            <a:ext cx="384048" cy="384048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여행 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보이는 안심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배정 룸 라이브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매일 AI 리포트</a:t>
            </a:r>
          </a:p>
        </p:txBody>
      </p:sp>
      <p:sp>
        <p:nvSpPr>
          <p:cNvPr id="23" name="Oval 22"/>
          <p:cNvSpPr/>
          <p:nvPr/>
        </p:nvSpPr>
        <p:spPr>
          <a:xfrm>
            <a:off x="9006839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귀국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픽업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공항 또는 시설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수령</a:t>
            </a:r>
          </a:p>
        </p:txBody>
      </p:sp>
      <p:sp>
        <p:nvSpPr>
          <p:cNvPr id="27" name="Oval 26"/>
          <p:cNvSpPr/>
          <p:nvPr/>
        </p:nvSpPr>
        <p:spPr>
          <a:xfrm>
            <a:off x="11036807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79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79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9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투숙 요약 클립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재예약 쿠폰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920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19" y="50749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공식 공항 카운터와 정면 경쟁하지 않는다.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카운터는 현재 1개 업체 단독 — 우리는 자체 샌딩 + 중대형 수용 + 안심 리포트로 같은 보호자를 가져온다.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객실은 경쟁사에도 있다.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5B1F"/>
                </a:solidFill>
                <a:latin typeface="Malgun Gothic"/>
                <a:ea typeface="Malgun Gothic"/>
              </a:rPr>
              <a:t>보호자가 사는 것은 '지금 우리 아이가 괜찮다'는 확신이다.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Malgun Gothic"/>
                <a:ea typeface="Malgun Gothic"/>
              </a:rPr>
              <a:t>공개 정보상 영종 권역에서 AI 리포트를 내세운 위탁 사업자는 확인되지 않았다. 서울 선도 사업자는 이미 '실시간 CCTV + AI 리포트'로 프리미엄을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9A9A9A"/>
                </a:solidFill>
                <a:latin typeface="Malgun Gothic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peti — 보고, 알리고, 요약하는 자체 AI 관제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무움직임·이상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이미 동작하는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14884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RTSP 카메라 수신 · 60초 세그먼트 녹화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YOLO 사람/강아지 검출 + ByteTrack 추적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행동 라벨 · 이벤트 DB 저장 · 실시간 WebSocket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PTZ 제어 · 자동 추적 · 스태프 관제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977639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다음 90일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434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→  Room · Stay · Pet 도메인 연결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→  룸 그리드 관제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→  보호자 열람 링크 · 일일 CareReport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코드베이스: peti-mvp (Rust ingest · Python AI worker · Node API · React admin)  ·  상세: 펫호텔_기능맵_초안.md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영종에서 '중대형 수용 × 보이는 안심'은 비어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벤치마크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목표 포지션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접근성은 높지만 소형 중심.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 AI 리포트형 안심은 공개 정보상 확인되지 않음.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 선도 사업자는 AI 캠으로 프리미엄을 증명 중 — 영종엔 아직 없다.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 정성 배치. 실사 시 mystery shopping으로 검증.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약 370평 · 1동 4층 — 층마다 역할이 정해져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51206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동반형 엔터 — 위탁 IR 범위 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5120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대형·패밀리 객실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중대형 공백을 받는 핵심 층 · 룸 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5120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소·중형 객실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위탁 본체 · 룸 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5120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 · 스파/미용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체크인 · 부가 매출 · 카페는 범위 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83080"/>
            <a:ext cx="42062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 개요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인천 중구 운남동로 44 (영종)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~15분 · 인스파이어·스카이시티·미단시티 ~2km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업종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동물위탁관리업(등록) — 영업 전제 게이트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2차 개발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나동 · B1F — 위탁 캐파 확장 여부는 가동 데이터로 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가동률 10%p가 연매출 약 9천만 원을 움직인다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852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2356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시나리오 연매출 (숙박 + 부가 15%) · 실사 전 가정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5262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가정 (실사로 교체)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객실 30실 가정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실제 객실 수는 현장 실사 후 확정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평균 1박 7만 원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권역 공개가 5.5~11만 원 범위의 중간대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부가 매출 +15%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미용·스파·픽업·AI 안심 옵션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가동률 벤치마크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키녹 OCC ~79% · 소노펫 ~70% (동반형, 참고치)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세 개의 엔진이 순서대로 켜진다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위탁 숙박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룸 타입·체중별 1박 요금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미용·스파·픽업 부가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플래그십 가동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프리미엄 룸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ARPU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peti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관제·리포트 구독 판매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복제 가능한 매출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게이트를 통과할 때마다 다음 매출이 열린다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확보·실사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확인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매매·권리 실사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Camera × Room 배치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GATE  등록 확인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플래그십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peti 룸 관제 가동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보호자 링크 베타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GATE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락인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로컬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GATE  가동률·재이용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복제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peti 멀티테넌트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제휴 시설 도입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2호점 플레이북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GATE  외부 고객 1곳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우리가 틀릴 수 있는 지점과, 그것을 확인하는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가설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틀린다면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검증 · 완화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공항 보호자는 공식 카운터 밖으로도 움직인다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샌딩 상품 수요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출시 90일 공항 유입 비중 측정 · 중대형 타깃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443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보호자는 '보이는 안심'에 돈을 더 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6324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옵션 attach 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632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베타 Stay 무료 → 유료 전환율 측정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21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AI 이벤트가 운영에 쓸 만큼 정확하다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오탐·과알림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 검증 후 공유 · 고정확 규칙만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성수기 외에도 가동이 유지된다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1772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비수기 공실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1772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생활권 데이케어 · 멤버십으로 평활화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760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인허가·인력 기준을 충족한다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39496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가동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9496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0 게이트 · 등록번호 공개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05332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투자금은 '보이는 안심'을 가동하는 데 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시설 · 인테리어 · 위탁관리 등록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룸 카메라 · peti P0/P1 고도화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초기 GTM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보여줄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위탁관리업 등록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규제 게이트 통과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peti 룸 관제 실가동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카메라 × 객실 매핑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보호자 안심 링크 베타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전환율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1414"/>
                </a:solidFill>
                <a:latin typeface="Malgun Gothic"/>
                <a:ea typeface="Malgun Gothic"/>
              </a:rPr>
              <a:t>근거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 (2024 base)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Mordor Intelligence — Pet Hotels Market (2026–2031)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한국관광공사 반려동물 동반여행 현황·인식조사 2024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(호텔링·펫라운지)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이용약관·FAQ — 반려동물 입실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경쟁 · 가격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언론 보도 — 키녹·소노펫 객실점유율(동반형 참고치)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호텔독스 — 실시간 CCTV·AI 리포트 포지셔닝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펫호텔_기능맵_초안.md · 프로젝트_범위_확장_초안.md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코드베이스 · 원 사업계획서(구칭)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 자료는 논의용입니다. 수치는 공개 자료·가정 기반이며 투자 결정은 별도 실사와 자문을 전제로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