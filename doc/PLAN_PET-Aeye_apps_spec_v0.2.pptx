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APP SPEC  ·  2026.10  ·  v0.2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PET-Aeye 앱 기획서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FF5B1F"/>
                </a:solidFill>
                <a:latin typeface="Malgun Gothic"/>
                <a:ea typeface="Malgun Gothic"/>
              </a:rPr>
              <a:t>관리자 · 스태프 · 보호자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algun Gothic"/>
                <a:ea typeface="Malgun Gothic"/>
              </a:rPr>
              <a:t>한 데이터, 세 개의 화면 — 관제는 빠르게, 현장은 한 번에, 보호자는 안심하게.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3개 표면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관리자 웹 · 스태프 앱 · 보호자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39 + 29개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핵심 · 부가 · P0~P2 우선순위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7개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· 공유 규칙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바이탈 = 웰니스 참고값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0136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사용자 · 권한 · 시스템 구성 · 구성도 · 도메인 객체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9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메뉴 구성 · 관제 화면 · 기능 명세 A-01 ~ A-15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352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8094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44952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메뉴 구성 · 현장 화면 · 기능 명세 S-01 ~ S-12 · 알림 처리 플로우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8386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0273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66744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메뉴 구성 · 안심 화면 · 기능 명세 G-01 ~ G-12 · 졸업 리포트 · 공개 정책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056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7880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245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부가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288536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공통 C-01 ~ C-14 · 표면별 A-16~ · S-13~ · G-13~ · 메뉴 점검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274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46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공통 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1032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이벤트 · 알림 정의 · 비기능 요구사항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2239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6811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릴리스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53212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MVP → P1 → P2 · 수용 기준 · KPI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97103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데이터, 세 개의 화면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사용자 역할과 권한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카메라 · 바이탈 → AI → 이벤트 → 세 화면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사용자 · 역할 ·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매니저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9164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전 객실 라이브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담당 구역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1488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9748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69748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54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이벤트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24612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03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947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79476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51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434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수치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34340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800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920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 규칙 · 설정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일부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8920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349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4406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5440679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897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내용만, 배정된 객실만 보여줍니다.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시스템 구성 — 수집 → 판단 → 행동 →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카메라(RTSP/ONVIF)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FMCW 바이탈 센서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녹화(NVR)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검출 · 추적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룰 · 임계값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바이탈 추론(웰니스)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관리자 관제 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앱 알림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처리 · 케어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CareReport 검수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졸업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08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실시간: WebSocket 관제 · 모바일 푸시 · 백엔드: Stay · Room · Camera · Event · Report · AccessLink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자격증명(RTSP 등)은 별도 보관 · 문서 · 채팅 노출 금지 · 영상 전송 암호화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관제 소프트웨어 시스템 구성도 (제안)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pic>
        <p:nvPicPr>
          <p:cNvPr id="6" name="Picture 5" descr="out_arch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17320"/>
            <a:ext cx="88114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앱 클라이언트 — Flutter 한 코드로 웹 +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패키지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빌드 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OpenAPI → Dart 클라이언트 자동 생성 · 인증 · 도메인 모델 · WebSocket · 오류 화면 · 다국어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ui_kit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70048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디자인 토큰 · 상태 칩 · 바이탈 바 · 라이브 플레이어(WebRTC) · 비의료 표기 컴포넌트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70048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45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3697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staff_app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36976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· 처리 · 케어 로그 · 객실 · 교대 (S-01 ~ S-17)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36976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Android 우선 · iOS ·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1246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03904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guardian_app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803904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실시간 · 리포트 · 하이라이트 · 예약 · 내 정보 (G-01 ~ G-17)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03904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Android · iOS · Web(안심 링크)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793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083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370832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월 모드 대량 라이브 그리드 · MVP 화면 재사용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70832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React 유지 (P1 이후 재판단)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908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Riverpod 상태 관리 · go_router 딥링크 · flutter_webrtc 라이브 · FCM 푸시 · 로컬 DB 오프라인 저장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링크(Flutter Web)는 첫 화면을 가볍게 하고 리포트 · 하이라이트는 지연 로딩 — 목표: 첫 화면 3초 이내(LTE)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객체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주요 필드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사용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연락처 · 반려견 프로필 · 체중 · 건강 문진 · 주의사항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보호자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객실 · 옵션 · 상태 · 동의서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화면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Room · Camera ·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089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 · 타입 · 카메라 매핑 · 센서 · 온라인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089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7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1187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타입 · 시각 · 신뢰도 · 클립 · 처리 상태 · 담당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1187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79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CareTask · CareLog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1479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배변 · 메모 · 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79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→ 리포트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262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1771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VitalSample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1771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· 기준값 · 편차 (웰니스)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1771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 · 보호자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291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CareReport · GradReport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요약 · 검수자 · 발송 / 종합 행동분석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1206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321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235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AccessLink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6235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토큰 · 대상 Stay · 만료 · 열람 로그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6235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35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112실을 한 화면에서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룸 그리드 관제 · AI 오버레이 · 바이탈 칩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타임라인과 처리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· 링크 · 리포트 · 설정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좌측 GNB 9개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메뉴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0020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하위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60020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권한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1 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룸 그리드 · 월 모드 · 층 / 상태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057400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A-01 · A-02 · A-03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057400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048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2  이벤트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496312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 큐 · 처리 이력 · 에스컬레이션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96312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496312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437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35224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3  객실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935224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목록 · 룸 상세(라이브 · PTZ · 녹화 · 바이탈)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935224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A-05 · A-07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935224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74136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4  Stay · 보호자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374136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 / 아웃 · 문진 · 동의서 · 안심 링크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374136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A-08 · A-09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74136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21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13048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5  리포트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813048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검수 큐 · 졸업 리포트 승인 · 발송 이력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813048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813048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1605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51960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6  스태프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251960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근무표 · 층별 담당 · 인수인계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251960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994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90872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7  장비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690872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· 룸 매핑 · 온라인 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690872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90872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0383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129784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8  통계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129784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가동률 · 대응 시간 · 오탐률 · 열람률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129784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129784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4772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568696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9  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568696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규칙 · 권한 · 감사 로그 · 지점(테넌트)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568696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A-11 · A-13 · A-15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568696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9161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05332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상단 고정: 통합 검색(C-03) · 알림 벨 · 월 모드 전환(A-16) · 프로필 / 로그아웃(C-01)  ·  스태프 권한은 담당 구역만 표시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관제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객실 · 재실 · 바이탈 · 카메라 · 확인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78892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8803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룸 그리드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타일 라이브 · 검출 박스 · 상태 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52044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6118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· 재실 · 수면 (웰니스)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25196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3434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이상 강조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확인 필요 객실 테두리 강조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98348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749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이벤트 사이드바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우선순위 · 처리 · 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571500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관제 · 객실 ·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홈 · 룸 그리드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객실 타일 라이브(4×2 / 4×4 전환) · 층 · 객실 타입 · 상태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데스크톱 · 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검출 오버레이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박스 · 행동(lying/walking/sleeping) · 신뢰도 표시, 표시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 객실 · 재실 · 바이탈 채널 · 카메라 정상 · 확인 필요 카운트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 이벤트 타임라인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우선순위 정렬 · 확인 / 담당 이관 · 처리 상태 · 2초 갱신(WebSocket)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룸 상세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· PTZ · 녹화 타임라인 · 이벤트 이력 · 개체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ONVIF 자동 검색 · 룸 매핑 · 온라인 상태 · 오프라인 알림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 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채널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추세 그래프 · 개체 기준 대비 편차 표시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55778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5778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룸 · 카메라 배정 · 건강 문진 · 동의서 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778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778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9893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P0 = 오픈 필수 · P1 = 오픈 후 3개월 · P2 = SaaS 확장 단계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운영 · 보안 ·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발송 · 회수 · 자동 만료(체크아웃) · 열람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 검수 · 발송 / Stay 졸업 리포트 생성 ·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규칙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이벤트별 임계값 · 구역(Zone) · 야간 정책 · 에스컬레이션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인력 · 교대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층별 담당 · 근무표 · 미처리 알림 인수인계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역할(운영자/매니저/스태프) · 영상 열람 기록 · 내보내기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 통계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가동률 · 이벤트 대응 시간 · 오탐률 · 리포트 열람률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다지점 · 테넌트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시설별 데이터 분리 · 통합 관제 · 과금 계측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알림은 위에, 처리는 한 번에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확인 필요 알림 우선 · 라이브 + 바이탈 바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현장 확인 / 정상 처리 /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담당 층 할 일 · 케어 로그 · 인수인계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하단 탭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확인 필요 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상세 · 라이브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처리 액션 · 사유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 확인 메모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07992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 할 일 요약 3건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S-02 · S-03 · S-04 · S-08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2998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5878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5878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8718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담당 구역 객실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2998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8718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객실 라이브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2998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8718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보조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2998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8718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QR 객실 스캔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2998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8718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8718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S-06 · S-10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5916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8796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케어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1636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 할 일 전체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5916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1636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로그 작성 · 사진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5916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1636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공유 요청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5916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1636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1636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S-05 · S-07 · S-09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58834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1713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713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더보기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4554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근무 시작 · 교대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58834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4554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인수인계 노트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58834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4554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58834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4554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· 앱 설정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8834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4554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4554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S-01 · S-11 · S-12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상단 고정: 근무 상태 · 담당 층 · 긴급 호출(S-16) · 검색(C-03)  ·  알림 탭의 '오늘 할 일'은 요약 3건, 전체는 케어 로그 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확인 필요 알림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가장 위 · 라이브 + 검출 박스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수치 · 재실 (웰니스)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개체 맥락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분리불안 등 이력 메모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1-탭 처리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· 체크인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알림 · 처리 · 태스크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근무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선택 · 담당 층 · 구역 지정 · 근무 중 상태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필요 알림 최상단 · 푸시 · 미처리 배지 · 우선순위 색상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+ 오버레이 · 바이탈 바 · 개체 이력(분리불안 등) 메모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처리 액션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 / 이관 · 사유 선택 · 처리 시각 자동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1-탭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체크인 태스크 · 완료 체크 · 지연 표시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리스트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구역 객실 상태 · 재실 · 알림 여부 · 라이브 진입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케어 로그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급식량 · 배변 · 산책 · 투약 · 특이사항 · 사진 첨부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바이탈 · 공유 · 교대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확인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수치 확인 · 코멘트 · 보호자 공유 전 검수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공유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사진 · 메모 · 클립을 CareReport 반영 요청 → 매니저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 보조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확인 · 룸 배정 확인 · 첫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인수인계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미처리 알림 · 특이 개체 노트 · 다음 교대 자동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공지 ·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공지 · 알림음 · 방해 금지 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처리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푸시 · 알림 홈 최상단</a:t>
            </a:r>
          </a:p>
        </p:txBody>
      </p:sp>
      <p:sp>
        <p:nvSpPr>
          <p:cNvPr id="11" name="Oval 10"/>
          <p:cNvSpPr/>
          <p:nvPr/>
        </p:nvSpPr>
        <p:spPr>
          <a:xfrm>
            <a:off x="2862072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라이브 · 바이탈 · 개체 메모</a:t>
            </a:r>
          </a:p>
        </p:txBody>
      </p:sp>
      <p:sp>
        <p:nvSpPr>
          <p:cNvPr id="15" name="Oval 14"/>
          <p:cNvSpPr/>
          <p:nvPr/>
        </p:nvSpPr>
        <p:spPr>
          <a:xfrm>
            <a:off x="5084064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/ 이관</a:t>
            </a:r>
          </a:p>
        </p:txBody>
      </p:sp>
      <p:sp>
        <p:nvSpPr>
          <p:cNvPr id="19" name="Oval 18"/>
          <p:cNvSpPr/>
          <p:nvPr/>
        </p:nvSpPr>
        <p:spPr>
          <a:xfrm>
            <a:off x="7306056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사유 · 시각 · 케어 로그</a:t>
            </a:r>
          </a:p>
        </p:txBody>
      </p:sp>
      <p:sp>
        <p:nvSpPr>
          <p:cNvPr id="23" name="Oval 22"/>
          <p:cNvSpPr/>
          <p:nvPr/>
        </p:nvSpPr>
        <p:spPr>
          <a:xfrm>
            <a:off x="9528048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매니저 승인 시 리포트 반영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처리 기준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미처리 5분 → 매니저 에스컬레이션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긴급(미검출 · 이탈) → 즉시 전 스태프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43484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 공유 원칙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원시 알림은 보호자에게 보내지 않습니다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스태프 확인 + 매니저 승인 후 리포트로만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맡기는 순간부터, 보이는 안심을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배정 객실 라이브 · 상태 헤드라인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일일 CareReport · 하이라이트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졸업 리포트 · 기간 한정 링크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하단 탭 4개 + 내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실시간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상태 헤드라인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상태 요약 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G-02 · G-03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8414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1294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1294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4134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8414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4134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졸업 리포트(퇴실 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8414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4134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8414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4134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4134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G-04 · G-06 · G-07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6748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9628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9628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2468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오늘의 클립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6748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2468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저장 · 공유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748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2468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2468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95083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7963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7963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0803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정보 · 옵션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5083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0803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픽업 / 샌딩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5083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0803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문의 · 카카오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95083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0803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0803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G-08 · G-11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3417" y="1645920"/>
            <a:ext cx="2035454" cy="7315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6297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우상단 메뉴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6297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내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9137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반려견 프로필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13417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137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 · 개인정보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13417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9137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멤버십 · 결제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13417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9137" y="4032504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앱 설정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13417" y="4416552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9137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G-09 · G-10 · G-12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진입(G-01): 안심 링크(설치 없음)는 실시간 · 리포트 · 하이라이트 3개 탭만, 예약 · 내 정보는 앱 로그인 후 열립니다.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실시간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pic>
        <p:nvPicPr>
          <p:cNvPr id="6" name="Picture 5" descr="out_guardian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헤드라인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"초코는 지금 편안히 쉬고 있어요"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내 반려견 방만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요약 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호흡(웰니스) · 산책 · 컨디션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· 메모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하이라이트 · 졸업 리포트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클립 · 퇴실 후 종합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실시간 ·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진입 ·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 안심 링크(설치 없이) 또는 앱 로그인 · 휴대폰 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상태 헤드라인("편안히 쉬고 있어요")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룸만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상태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호흡(웰니스) · 산책 횟수 · 컨디션 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휴식 · 스태프 메모 · 사진 · 도착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자동 클립 · 재생 · 저장 · 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졸업 리포트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퇴실 후 종합 행동분석 · 적응 곡선 · 하이라이트 묶음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도착 · 체크아웃 안내 · (선택) 확인된 이상 공유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예약 · 프로필 · 동의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예약 · Stay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일정 · 객실 · 옵션 · 픽업/샌딩 · 안심 서비스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외부 예약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반려견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기본 정보 · 건강 문진 · 주의사항 · 이전 Stay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개인정보 · 동의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영상 열람 동의 · 링크 만료 안내 · 데이터 보관 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문의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문의 · 카카오 채널 연결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멤버십 · 결제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구독 · 포인트 · 결제 이력(멤버십 OS 연계)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확장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G-06 Stay 졸업 리포트 — 상세 명세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25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700338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구성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데이터 · 생성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984248"/>
            <a:ext cx="5943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요약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투숙일수 · 총 활동량 · 수면 시간 · 산책 횟수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56032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일별 안정도 점수(첫날 대비) 막대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10896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0040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활동 성향 · 사회성 · 분리불안 신호 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65759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4903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 타임라인 상위 클립 3~5개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20624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케어 로그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9767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투약 · 특이사항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75487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스태프 코멘트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4631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· 훈련사 코멘트 (검수)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530351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발송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39495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체크아웃 후 24시간 내 · 링크 30일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585215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안심 링크 · 공개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916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2724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근거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열람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다른 객실 · 공용 구역 비노출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488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개인정보 · 타 고객 보호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수명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4320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시 발급 · 체크아웃 시 자동 만료 · 수동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4320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3756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휴대폰 인증 · 토큰 재발급 시 기존 토큰 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3756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도용 방지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 참고값 · 스태프 확인 후 · 진단 표현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3192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2628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원시 이벤트 비발송 · 확인된 내용만 리포트로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2628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불안 · 오해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292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1206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모든 열람 감사 로그 · 보관 기간 정책 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206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235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메뉴 밖에서 받쳐 주는 기능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공통 부가 기능 C-01 ~ C-14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관리자 · 스태프 · 보호자 표면별 부가 기능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메뉴 · 기능 점검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부가 기능 ① — 계정 · 검색 ·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계정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ID + MFA · 스태프 사번 + PIN(공용 단말 빠른 전환) · 보호자 휴대폰 인증 · 재설정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 · 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세션 · 자동 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15분 비활성 잠금(월 모드는 열람 전용 예외) · 교대 종료 시 로그아웃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통합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번호 · 반려견 이름 · 보호자 이름 / 연락처 뒤 4자리 · 이벤트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딥링크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푸시 → 알림 상세 · 안심 링크 → 실시간 · 리포트 알림 → 리포트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연결 · 오류 · 빈 상태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끊김 대체 화면 · 재연결 표시 · 빈 목록 안내 문구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약관 · 개인정보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이용약관 · 처리방침 · 동의 철회 · 탈퇴 · 약관 버전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 · 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설정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카테고리별 on/off · 방해 금지 시간 · 알림음 · 진동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 · 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55778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오프라인 임시 저장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5778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케어 로그 · 처리 기록 로컬 큐 → 재연결 시 자동 동기화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778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778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9893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비고 = 적용 표면 (관 = 관리자 웹 · 스 = 스태프 앱 · 보 = 보호자 앱)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부가 기능 ② — 공지 · 보호 · 접근성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공지 · 업데이트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공지 · 강제 / 권장 업데이트 · 점검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영상 보호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열람자 · 시각 워터마크 · 다운로드 제한 · 캡처 시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화면 모드 · 접근성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다크 기본 · 글자 크기 · 상태는 색 + 아이콘 병기(색약 대응)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다국어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한 · 영 우선 → 중 · 일 (대형 리조트 외국인 고객)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도움말 · FAQ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화면별 도움말 · FAQ · 고객센터 연결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 · 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PDF · 내보내기 출력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졸업 리포트 PDF · Stay 요약 출력 · 통계 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· 스태프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월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키오스크 전체 화면 · 층 자동 순환 · 이상 발생 타일 자동 확대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4688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경고음 · 데스크톱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4688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긴급 이벤트 경고음 · 브라우저 알림 · 음소거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46888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46888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889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28803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단축키 · 다중 모니터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8803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그리드 전환 · 다음 이벤트 · 처리 단축키 · 창 분리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88036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288036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291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일괄 작업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2918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안심 링크 일괄 발송 · 리포트 일괄 검수 · 객실 일괄 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9184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29184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6118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033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3703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데이터 내보내기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3703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이벤트 · 케어 로그 · 감사 로그 CSV (권한 · 기록 남김)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70332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70332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0233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14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114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QR 객실 스캔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1148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객실 문 QR → 룸 진입 · 체크인 · 케어 로그 대상 자동 선택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11480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11480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4348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526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4526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앱 내 촬영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4526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앱 안에서만 촬영 · 갤러리 미저장 · Stay 자동 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452628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452628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377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4937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빠른 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49377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메모 템플릿 · 급식량 프리셋 · 음성 메모(선택)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493776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493776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2578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3492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19" y="5349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긴급 호출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53492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원탭 매니저 / 전 스태프 호출 · 층 위치 공유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534924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69880" y="534924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669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7607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19" y="57607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공용 단말 모드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60" y="57607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층별 공용 기기 · PIN 전환 · 개인 데이터 미저장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8360" y="576072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576072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6080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공동 보호자 초대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가족 1~3명 초대 · 열람 권한만 · 안심 링크와 같은 만료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사진 · 클립 저장 · 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앨범 저장 · 카카오 공유(워터마크) · 다른 객실이 보이는 컷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카카오 알림톡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앱 미설치 보호자에게 리포트 도착 · 체크아웃 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링크 모드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만족도 · 리뷰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체크아웃 후 설문 · 스태프 칭찬 ·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재예약 · 연계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졸업 리포트에서 재예약 · 유치원 · 훈련 프로그램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확장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공유 · 저장 콘텐츠에도 '다른 객실 비노출' · 워터마크(C-10) 원칙을 동일하게 적용합니다.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· 기능 점검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점검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확인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913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조치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메뉴 ↔ 기능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0312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핵심 기능 39개 모두 메뉴 또는 진입 흐름에 연결 (빌드 시 자동 검사)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0312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누락 0건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관리자 GNB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5176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목업은 관제 홈만 있고 메뉴가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좌측 GNB 9개 메뉴를 목업에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보호자 내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0040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프로필 · 동의 · 멤버십이 하단 탭에 진입점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0040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우상단 '내 정보' 메뉴로 배치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안심 링크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4903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 없는 웹에서 예약 · 내 정보 사용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4903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3개 탭만 노출 · 앱 설치 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오늘 할 일 중복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9767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알림 홈 하단과 케어 로그 탭에 모두 존재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9767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홈은 요약 3건 · 전체는 케어 로그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현장 안전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1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긴급 호출 · 경고음 · 월 모드가 기존 명세에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84631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S-16 · A-17 · A-16 을 P0으로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앱 기본 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39495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약관 · 딥링크 · 오류 화면 미정의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39495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C-01 ~ C-06 을 P0으로 추가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무엇을 누구에게 언제 알리나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이벤트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459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트리거 (초기값 · 30일 데이터로 조정)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64592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E1 장시간 무움직임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0312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N분 이상 정지 · 호흡 신호 동반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0312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E2 장시간 활동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65176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25분 이상 연속 이동 · 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5176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E3 호흡 편차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20040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기준 대비 편차 지속 (웰니스)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E4 미검출 · 이탈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374903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내 개체 미검출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4903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긴급 · 전원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3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강조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74903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9767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E5 장비 오프라인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9" y="429767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끊김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7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7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29767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4631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E6 케어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39" y="484631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84631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84631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84631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3949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E7 소리 · 짖음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39" y="539495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지속 짖음 (옵션)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39495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39495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39495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897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요구사항 (목표값)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4592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라이브 2초 이내(LAN) · 알림 도달 5초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가용성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99.5% · 녹화 무중단 · 장비 이중화(관제실)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월간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0040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오탐률 · 미탐률 지표 관리 · 임계값 30일 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D+30 리뷰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3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전송 암호화 · 관리자 MFA · 역할 기반 권한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74903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개인정보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9767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보관 기간 정책 · 동의 기록 · 링크 만료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9767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4631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멀티테넌트 데이터 분리 · 다지점 · 과금 계측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84631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S1~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단말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39495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관리자: 데스크톱/월(React) · 스태프 · 보호자: Flutter 한 코드로 Android 우선 · iOS · Web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39495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안심 링크 첫 화면 3초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오픈에 꼭 필요한 것부터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MVP → P1 → P2 단계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수용 기준 · KPI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릴리스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36576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 D-30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MVP · 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A-01~06 관제 · 센서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S-01~07 알림 · 태스크 · 로그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G-01·02·04·10 라이브 · 리포트 · 동의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C-01~06 · A-16·17 · S-14·16 · G-15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29000" cy="3657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오픈 ~ +3개월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바이탈 채널 · 메모 · 상태 필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Stay · 링크 · 리포트 검수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하이라이트 · 졸업 리포트 · 예약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알림 설정 · 오프라인 · 공동 보호자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29000" cy="3657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+6개월 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운영 통계 · 다지점 · 테넌트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문의 · 멤버십 · 결제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SaaS 온보딩 · 과금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다국어 · FAQ · PDF ·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MVP 범위는 '관제 → 처리 → 보호자 리포트' 한 바퀴가 도는 최소 단위입니다.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수용 기준 ·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기준 (오픈 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91640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KPI (오픈 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전 객실 카메라 매핑 · 그리드 2초 갱신 · 이벤트 처리 이관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4884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 · 오탐률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2608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5초 도달 · 1-탭 처리 기록 · 태스크 완료 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미처리 알림 수 · 태스크 완료율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11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0332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객실만 노출 · 링크 자동 만료 · 리포트 검수 후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0332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링크 열람률 · 리포트 열람률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80559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감사 로그 기록 · 권한 분리 · 비의료 표기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80559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안심 옵션 선택률 · 재이용률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66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오픈 후 D+30 리뷰에서 확정합니다. 상세 서비스 범위 · IT 툴은 별도 문서(PET-Aeye_서비스범위_IT툴_기획서_초안.md)를 따릅니다.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